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4654-FC4B-4CF7-9562-E03F72D3E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05D7E-278F-4391-9D32-C331BDFFE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BABA1-B3C9-4843-AB24-6E66363D4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E981F-F4EE-4AF8-A959-5C48B27D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85F8-C1AA-4D54-9FE0-6572C55A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903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E28F-29E0-4A26-B940-9B73874F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D5E7-EFFC-4E9F-AC6C-4036D439A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8E277-C684-46E5-A6C8-BB22722F2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B9208-881E-46E5-950A-B866EFFC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29489-9C0E-4302-B81F-AFC1FDDD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876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9C58-7C39-49A1-BF34-DEB1B0A76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3E04C-A4E5-4049-A67D-035ED49B4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983E0-4E08-4904-BA01-962D8FD9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51AB9-912F-4AB4-B933-F16E982F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533FF-6D9D-407C-B8F4-E74D90AE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225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88ED-0DE3-4153-874E-B3B8C695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CFA3C-8EFE-4452-B2DD-7542FE4B9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C165B-86D5-4F6B-9628-0347246AF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4FCC7-B408-49E8-BB5F-A15F4DAE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0F787-57FA-497E-B3F5-8BDCBAD0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1B2A4-E0C9-4923-86B5-280B470A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51071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5828-F2E4-4F1A-ACBF-98C929F8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4923C-600B-4B57-9AA9-BF51D32E1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64EA7-9E05-43CF-A777-73D59A69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394B6-8BED-4571-9FDD-14448B08C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AEF6B-B159-4B25-8889-515037425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3B776-D13A-42E3-9905-D698187B5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809E0-64E6-4557-B056-FA51B3DD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9A794-83F9-41D1-B2F1-E2D7F01C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918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32A9-5576-48F3-AE23-7EDC91D50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5FFE93-14C9-492D-B8A4-B1CF31C6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3BBDE-9ECB-4DCB-B091-3C180265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329FE-7395-4530-83B9-CC482190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724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67934-721F-4851-8586-28E1733D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FF8F8-EED4-41FE-B230-D79BD44E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2C908-7440-46C5-981B-0FF9C156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782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4EA2-F799-41B4-9581-180A9DA72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60BE9-0FCD-49C2-9E23-39DCF514C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D4CA2-85C7-41E1-B275-C261FCD19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4CD65-112F-4218-9D01-6D24E151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0E481-032D-4618-89D9-78D41056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4DD89-E939-4524-A8AE-7AB5530C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0121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EA32-719F-4037-A9D5-9B3B90CB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25AE66-690C-41B7-B2AA-AD9215A3D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9E6A1-1A34-4880-928C-33648F287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8BF9C-E675-448C-9341-CE5A8D6F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9D8A2-8C86-41E1-9BB4-33A0C3D1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7F91B-75EC-406B-8DDF-7480214B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47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3403-B26D-4D3C-B757-AFFD530F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58BF6-7065-4456-AEC1-4E60FEF1C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31FC6-3278-4DDC-B4CC-9D231AEE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F8DE3-133D-4CFB-92B1-090C4DEB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946ED-BC03-4448-8958-88FE2F19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366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A6C96-74C8-45CC-BD55-2271FEA19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6F576-5090-49D0-A92E-FD5200C41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56AB2-997D-45C0-82B7-DE5FF1CBF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D6D34-CF42-4ED3-ACA7-273BC9CE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C9E7D-643E-4443-8FB8-2EC7DBB5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098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F5265-4762-44D5-91FE-DBB19D55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9A322-A460-44F3-989A-7F38304A0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CCA40-7E90-437F-978D-2590828C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41000-9D98-4FA6-8C05-C926C9C79AAF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C28E8-D225-4DC8-A902-BD55E56EA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D0DF9-F86C-4867-8FA8-3A37A9E8D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A1412-D018-4A9C-92E1-D7CDC2471D8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982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6E1EB8-6253-4491-BD66-90253603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960" y="0"/>
            <a:ext cx="5527040" cy="675692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A8D6111-3366-4791-970C-01091D2F08A8}"/>
              </a:ext>
            </a:extLst>
          </p:cNvPr>
          <p:cNvSpPr/>
          <p:nvPr/>
        </p:nvSpPr>
        <p:spPr>
          <a:xfrm>
            <a:off x="1539201" y="324989"/>
            <a:ext cx="4063867" cy="140260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95253-BEB5-45DC-AF3F-2BD5E7C535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475" b="15743"/>
          <a:stretch/>
        </p:blipFill>
        <p:spPr>
          <a:xfrm>
            <a:off x="2574059" y="600131"/>
            <a:ext cx="2164336" cy="6446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C8CC7E2-CF0B-468B-960D-26A903EC0B83}"/>
              </a:ext>
            </a:extLst>
          </p:cNvPr>
          <p:cNvSpPr/>
          <p:nvPr/>
        </p:nvSpPr>
        <p:spPr>
          <a:xfrm>
            <a:off x="283047" y="1990818"/>
            <a:ext cx="6141898" cy="4146707"/>
          </a:xfrm>
          <a:custGeom>
            <a:avLst/>
            <a:gdLst>
              <a:gd name="connsiteX0" fmla="*/ 0 w 6126480"/>
              <a:gd name="connsiteY0" fmla="*/ 0 h 4114271"/>
              <a:gd name="connsiteX1" fmla="*/ 6126480 w 6126480"/>
              <a:gd name="connsiteY1" fmla="*/ 0 h 4114271"/>
              <a:gd name="connsiteX2" fmla="*/ 6126480 w 6126480"/>
              <a:gd name="connsiteY2" fmla="*/ 4114271 h 4114271"/>
              <a:gd name="connsiteX3" fmla="*/ 0 w 6126480"/>
              <a:gd name="connsiteY3" fmla="*/ 4114271 h 4114271"/>
              <a:gd name="connsiteX4" fmla="*/ 0 w 6126480"/>
              <a:gd name="connsiteY4" fmla="*/ 0 h 4114271"/>
              <a:gd name="connsiteX0" fmla="*/ 0 w 6126480"/>
              <a:gd name="connsiteY0" fmla="*/ 523 h 4114794"/>
              <a:gd name="connsiteX1" fmla="*/ 3428988 w 6126480"/>
              <a:gd name="connsiteY1" fmla="*/ 233675 h 4114794"/>
              <a:gd name="connsiteX2" fmla="*/ 6126480 w 6126480"/>
              <a:gd name="connsiteY2" fmla="*/ 523 h 4114794"/>
              <a:gd name="connsiteX3" fmla="*/ 6126480 w 6126480"/>
              <a:gd name="connsiteY3" fmla="*/ 4114794 h 4114794"/>
              <a:gd name="connsiteX4" fmla="*/ 0 w 6126480"/>
              <a:gd name="connsiteY4" fmla="*/ 4114794 h 4114794"/>
              <a:gd name="connsiteX5" fmla="*/ 0 w 6126480"/>
              <a:gd name="connsiteY5" fmla="*/ 523 h 4114794"/>
              <a:gd name="connsiteX0" fmla="*/ 0 w 6126646"/>
              <a:gd name="connsiteY0" fmla="*/ 523 h 4114794"/>
              <a:gd name="connsiteX1" fmla="*/ 3428988 w 6126646"/>
              <a:gd name="connsiteY1" fmla="*/ 233675 h 4114794"/>
              <a:gd name="connsiteX2" fmla="*/ 6126480 w 6126646"/>
              <a:gd name="connsiteY2" fmla="*/ 523 h 4114794"/>
              <a:gd name="connsiteX3" fmla="*/ 5826748 w 6126646"/>
              <a:gd name="connsiteY3" fmla="*/ 1777995 h 4114794"/>
              <a:gd name="connsiteX4" fmla="*/ 6126480 w 6126646"/>
              <a:gd name="connsiteY4" fmla="*/ 4114794 h 4114794"/>
              <a:gd name="connsiteX5" fmla="*/ 0 w 6126646"/>
              <a:gd name="connsiteY5" fmla="*/ 4114794 h 4114794"/>
              <a:gd name="connsiteX6" fmla="*/ 0 w 6126646"/>
              <a:gd name="connsiteY6" fmla="*/ 523 h 411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6646" h="4114794">
                <a:moveTo>
                  <a:pt x="0" y="523"/>
                </a:moveTo>
                <a:cubicBezTo>
                  <a:pt x="2009983" y="-13200"/>
                  <a:pt x="1419005" y="247398"/>
                  <a:pt x="3428988" y="233675"/>
                </a:cubicBezTo>
                <a:lnTo>
                  <a:pt x="6126480" y="523"/>
                </a:lnTo>
                <a:cubicBezTo>
                  <a:pt x="6134943" y="521894"/>
                  <a:pt x="5818285" y="1256624"/>
                  <a:pt x="5826748" y="1777995"/>
                </a:cubicBezTo>
                <a:lnTo>
                  <a:pt x="6126480" y="4114794"/>
                </a:lnTo>
                <a:lnTo>
                  <a:pt x="0" y="4114794"/>
                </a:lnTo>
                <a:lnTo>
                  <a:pt x="0" y="523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4CA4E6-24FA-46A3-BF36-0D1E5C0A6A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477"/>
          <a:stretch/>
        </p:blipFill>
        <p:spPr>
          <a:xfrm>
            <a:off x="495329" y="2519679"/>
            <a:ext cx="5529551" cy="3306473"/>
          </a:xfrm>
          <a:prstGeom prst="rect">
            <a:avLst/>
          </a:prstGeom>
        </p:spPr>
      </p:pic>
      <p:pic>
        <p:nvPicPr>
          <p:cNvPr id="16" name="Graphic 15" descr="Presentation with bar chart RTL">
            <a:extLst>
              <a:ext uri="{FF2B5EF4-FFF2-40B4-BE49-F238E27FC236}">
                <a16:creationId xmlns:a16="http://schemas.microsoft.com/office/drawing/2014/main" id="{FE785E96-5FF1-448D-87A9-6EDCEFFD4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52449" y="4867182"/>
            <a:ext cx="3332480" cy="223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4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A53E82-E87B-4739-8B15-4ECBB5EB8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15" y="820298"/>
            <a:ext cx="7921385" cy="521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6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45B1D5C-0827-4AF0-8186-11FC5A8B8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E4891D-3C66-4F79-AFF4-9846E6C66BD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r="-1" b="4399"/>
          <a:stretch>
            <a:fillRect/>
          </a:stretch>
        </p:blipFill>
        <p:spPr>
          <a:xfrm>
            <a:off x="487560" y="1018541"/>
            <a:ext cx="7608304" cy="489187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4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2026-10-26T11:48:25Z</dcterms:created>
  <dcterms:modified xsi:type="dcterms:W3CDTF">2026-10-26T11:51:36Z</dcterms:modified>
</cp:coreProperties>
</file>